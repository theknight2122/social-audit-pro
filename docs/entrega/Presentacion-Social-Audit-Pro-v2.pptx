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4ae15c4b94781" /><Relationship Type="http://schemas.openxmlformats.org/officeDocument/2006/relationships/extended-properties" Target="/docProps/app.xml" Id="Ref5003124be44641" /><Relationship Type="http://schemas.openxmlformats.org/officeDocument/2006/relationships/officeDocument" Target="/ppt/presentation.xml" Id="Rcafa29a2d6b3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c060f5e774c75"/>
  </p:sldMasterIdLst>
  <p:notesMasterIdLst>
    <p:notesMasterId xmlns:r="http://schemas.openxmlformats.org/officeDocument/2006/relationships" r:id="Re1148c056695412c"/>
  </p:notesMasterIdLst>
  <p:sldIdLst>
    <p:sldId xmlns:r="http://schemas.openxmlformats.org/officeDocument/2006/relationships" id="256" r:id="Raa9a4c4847334506"/>
    <p:sldId xmlns:r="http://schemas.openxmlformats.org/officeDocument/2006/relationships" id="257" r:id="Reea416f67a5347e0"/>
    <p:sldId xmlns:r="http://schemas.openxmlformats.org/officeDocument/2006/relationships" id="258" r:id="Rf87d9809d05948db"/>
    <p:sldId xmlns:r="http://schemas.openxmlformats.org/officeDocument/2006/relationships" id="259" r:id="Re0a795f2d86344ec"/>
    <p:sldId xmlns:r="http://schemas.openxmlformats.org/officeDocument/2006/relationships" id="260" r:id="R2035615a0c744c8e"/>
    <p:sldId xmlns:r="http://schemas.openxmlformats.org/officeDocument/2006/relationships" id="261" r:id="R2033de752cbe452a"/>
    <p:sldId xmlns:r="http://schemas.openxmlformats.org/officeDocument/2006/relationships" id="262" r:id="R444ed8d7cff3480d"/>
    <p:sldId xmlns:r="http://schemas.openxmlformats.org/officeDocument/2006/relationships" id="263" r:id="R4979bdc837cb4e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9227149501453c" /><Relationship Type="http://schemas.openxmlformats.org/officeDocument/2006/relationships/slideMaster" Target="/ppt/slideMasters/slideMaster1.xml" Id="Rad5c060f5e774c75" /><Relationship Type="http://schemas.openxmlformats.org/officeDocument/2006/relationships/notesMaster" Target="/ppt/notesMasters/notesMaster1.xml" Id="Re1148c056695412c" /><Relationship Type="http://schemas.openxmlformats.org/officeDocument/2006/relationships/presProps" Target="/ppt/presProps.xml" Id="R1d6d974d686140c1" /><Relationship Type="http://schemas.openxmlformats.org/officeDocument/2006/relationships/tableStyles" Target="/ppt/tableStyles.xml" Id="R2e18127481ed4ed1" /><Relationship Type="http://schemas.openxmlformats.org/officeDocument/2006/relationships/slide" Target="/ppt/slides/slide1.xml" Id="Raa9a4c4847334506" /><Relationship Type="http://schemas.openxmlformats.org/officeDocument/2006/relationships/slide" Target="/ppt/slides/slide2.xml" Id="Reea416f67a5347e0" /><Relationship Type="http://schemas.openxmlformats.org/officeDocument/2006/relationships/slide" Target="/ppt/slides/slide3.xml" Id="Rf87d9809d05948db" /><Relationship Type="http://schemas.openxmlformats.org/officeDocument/2006/relationships/slide" Target="/ppt/slides/slide4.xml" Id="Re0a795f2d86344ec" /><Relationship Type="http://schemas.openxmlformats.org/officeDocument/2006/relationships/slide" Target="/ppt/slides/slide5.xml" Id="R2035615a0c744c8e" /><Relationship Type="http://schemas.openxmlformats.org/officeDocument/2006/relationships/slide" Target="/ppt/slides/slide6.xml" Id="R2033de752cbe452a" /><Relationship Type="http://schemas.openxmlformats.org/officeDocument/2006/relationships/slide" Target="/ppt/slides/slide7.xml" Id="R444ed8d7cff3480d" /><Relationship Type="http://schemas.openxmlformats.org/officeDocument/2006/relationships/slide" Target="/ppt/slides/slide8.xml" Id="R4979bdc837cb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4df996eb44f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061de092434bfa" /><Relationship Type="http://schemas.openxmlformats.org/officeDocument/2006/relationships/notesMaster" Target="/ppt/notesMasters/notesMaster1.xml" Id="R80f0b304dd82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8ee0a05f548af" /><Relationship Type="http://schemas.openxmlformats.org/officeDocument/2006/relationships/notesMaster" Target="/ppt/notesMasters/notesMaster1.xml" Id="Rc88b253df25e4f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cb85c66329421d" /><Relationship Type="http://schemas.openxmlformats.org/officeDocument/2006/relationships/notesMaster" Target="/ppt/notesMasters/notesMaster1.xml" Id="R510decf438ff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dbed8cd14e432c" /><Relationship Type="http://schemas.openxmlformats.org/officeDocument/2006/relationships/notesMaster" Target="/ppt/notesMasters/notesMaster1.xml" Id="R38d737f9c53a46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4df34c40c34832" /><Relationship Type="http://schemas.openxmlformats.org/officeDocument/2006/relationships/notesMaster" Target="/ppt/notesMasters/notesMaster1.xml" Id="R116dd237be764e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6cf6fb9c8a415d" /><Relationship Type="http://schemas.openxmlformats.org/officeDocument/2006/relationships/notesMaster" Target="/ppt/notesMasters/notesMaster1.xml" Id="R22b8e5e9272b45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ba662c05f648f4" /><Relationship Type="http://schemas.openxmlformats.org/officeDocument/2006/relationships/notesMaster" Target="/ppt/notesMasters/notesMaster1.xml" Id="R2245d8e55f3e45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1c443a328940d9" /><Relationship Type="http://schemas.openxmlformats.org/officeDocument/2006/relationships/notesMaster" Target="/ppt/notesMasters/notesMaster1.xml" Id="R0141e1fd313c4d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docs/assets/manual/dashboard-desktop.png. Contenido: README.md y docs/19-estado-del-proyecto.md.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secciones Descripcion, Problema que resuelve y Alcance.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visuales: docs/assets/manual/dashboard-desktop.png y docs/assets/manual/reportes-desktop.png. Fuente funcional: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docs/07-arquitectura.md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docs/assets/manual/integraciones-desktop.png. Fuente: README.md, docs/15-seguridad.md y docs/29-copias-y-restauracion.md.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docs/19-estado-del-proyecto.md y docs/27-conectores-oficiales.md.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docs/12-pruebas.md, docs/16-despliegue.md y docs/19-estado-del-proyecto.md.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docs/19-estado-del-proyecto.md, docs/20-roadmap.md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db5076f6442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a186cc69fc4a2f" /><Relationship Type="http://schemas.openxmlformats.org/officeDocument/2006/relationships/slideLayout" Target="/ppt/slideLayouts/slideLayout1.xml" Id="R056e333a88da49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e333a88da49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0c537e99c4400" /><Relationship Type="http://schemas.openxmlformats.org/officeDocument/2006/relationships/image" Target="/ppt/media/image.png" Id="R449cfad54c6940e2" /><Relationship Type="http://schemas.openxmlformats.org/officeDocument/2006/relationships/notesSlide" Target="/ppt/notesSlides/notesSlide1.xml" Id="R7183e55b81b0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83d91454a43c7" /><Relationship Type="http://schemas.openxmlformats.org/officeDocument/2006/relationships/notesSlide" Target="/ppt/notesSlides/notesSlide2.xml" Id="R2434e1ccd19a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10dc9538a45e8" /><Relationship Type="http://schemas.openxmlformats.org/officeDocument/2006/relationships/image" Target="/ppt/media/image2.png" Id="R50a43db6773f4856" /><Relationship Type="http://schemas.openxmlformats.org/officeDocument/2006/relationships/image" Target="/ppt/media/image3.png" Id="R037bb7f7be9a4d3a" /><Relationship Type="http://schemas.openxmlformats.org/officeDocument/2006/relationships/notesSlide" Target="/ppt/notesSlides/notesSlide3.xml" Id="Rdd2bfd4a2e8b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3cce9cac4764" /><Relationship Type="http://schemas.openxmlformats.org/officeDocument/2006/relationships/notesSlide" Target="/ppt/notesSlides/notesSlide4.xml" Id="R9b10cb0cc457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2366ed04c4c5c" /><Relationship Type="http://schemas.openxmlformats.org/officeDocument/2006/relationships/image" Target="/ppt/media/image4.png" Id="R67b998e50c824025" /><Relationship Type="http://schemas.openxmlformats.org/officeDocument/2006/relationships/notesSlide" Target="/ppt/notesSlides/notesSlide5.xml" Id="R77ad35c1364d43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0a6f7434a4704" /><Relationship Type="http://schemas.openxmlformats.org/officeDocument/2006/relationships/notesSlide" Target="/ppt/notesSlides/notesSlide6.xml" Id="Rbb2670646ebe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86bfa31b45c5" /><Relationship Type="http://schemas.openxmlformats.org/officeDocument/2006/relationships/notesSlide" Target="/ppt/notesSlides/notesSlide7.xml" Id="Rf172dc14509a47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fd11916e34780" /><Relationship Type="http://schemas.openxmlformats.org/officeDocument/2006/relationships/notesSlide" Target="/ppt/notesSlides/notesSlide8.xml" Id="R21c643bd21b946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cfad54c6940e2"/>
          <a:srcRect xmlns:a="http://schemas.openxmlformats.org/drawingml/2006/main" l="20439" t="0" r="20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609600"/>
            <a:ext cx="5334000" cy="56388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32934-4746-491B-B4C4-AC2488D2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"/>
            <a:ext cx="5962650" cy="59436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0E1326">
              <a:alpha val="28000"/>
            </a:srgbClr>
          </a:solidFill>
          <a:ln xmlns:a="http://schemas.openxmlformats.org/drawingml/2006/main" w="0">
            <a:solidFill>
              <a:srgbClr val="0E1326">
                <a:alpha val="28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1894F-A254-4168-A78A-A4FA3F0A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B7945-454E-41E9-A8EE-CECF531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6D5C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6D5C7"/>
                </a:solidFill>
                <a:latin typeface="Arial"/>
                <a:ea typeface="Arial"/>
                <a:cs typeface="Arial"/>
              </a:rPr>
              <a:t>Auditoria y analisis de redes sociales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E537E-EE90-4DDF-89D9-8EBE1799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FD6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FD6E8"/>
                </a:solidFill>
                <a:latin typeface="Arial"/>
                <a:ea typeface="Arial"/>
                <a:cs typeface="Arial"/>
              </a:rPr>
              <a:t>Entrega tecnica y presentacion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01428-3355-4A2B-80B1-9765E48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FD6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FD6E8"/>
                </a:solidFill>
                <a:latin typeface="Arial"/>
                <a:ea typeface="Arial"/>
                <a:cs typeface="Arial"/>
              </a:rPr>
              <a:t>Integrantes: [completar nombres antes de exponer]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B6012-B8F3-4AD6-82B4-BF6DF940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2A0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2A0C2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00062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A934E-B0A2-4A88-97FA-95B594E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879A3-8C5A-459D-8DBB-5FD3E53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Problema y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5CF03-FAD3-4705-87A5-18AE2B9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Las metricas dispersas dificultan encontrar prioridades de contenido y rendimiento.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9848C-C9A4-44C9-BE2A-0621FE7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5E185-05D6-420A-BE49-67BFF81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7D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7D72"/>
                </a:solidFill>
                <a:latin typeface="Arial"/>
                <a:ea typeface="Arial"/>
                <a:cs typeface="Arial"/>
              </a:rPr>
              <a:t>Situacion habitual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439BF-0709-41D3-B310-6E19C878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Cada plataforma muestra datos por separado. El equipo invierte tiempo reuniendo cifras y aun asi le cuesta explicar que funciono, que fallo y que accion corresponde.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3191E-E36C-48C7-AA46-1ABEDF3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CEC22-C313-40E3-BA7A-166F45B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Respuesta de Social Audit 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473E3-C1CD-440E-B679-5097678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90825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Una plataforma que concentra indicadores, auditorias, comparativas, hallazgos, recomendaciones y reportes para apoyar decisiones de marketing.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4E861-3199-4FB3-B0EA-6E174A1D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Alcance: analisis y monitoreo. No publica ni programa contenido en redes sociales.</a:t>
            </a:r>
          </a:p>
        </p:txBody>
      </p:sp>
    </p:spTree>
    <p:extLst>
      <p:ext uri="{BB962C8B-B14F-4D97-AF65-F5344CB8AC3E}">
        <p14:creationId xmlns:p14="http://schemas.microsoft.com/office/powerpoint/2010/main" val="1274373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83053-2918-4D25-8047-24F55F4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9B1DC-A87F-4B37-A3A0-0E95EC3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Experiencia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98811-1710-49E3-A0F6-D7E27A8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Once vistas separadas para explorar el rendimiento y gestionar el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E3907-20F8-4127-84A3-A1B6539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43db6773f4856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619CC-FEB7-476D-BCFF-DC076022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Dashboard y analitica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B9801-34C7-4712-9DA3-B469DB88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KPIs, salud de cuenta, tendencia, problemas y acciones prioritarias.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bb7f7be9a4d3a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143125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F2130-173E-4441-9D58-C302CE1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435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Reportes e integraciones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9FFDE-35A4-4851-B2EE-F84A3744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076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Reportes persistentes, exportacion PDF y configuracion de conexiones.</a:t>
            </a:r>
          </a:p>
        </p:txBody>
      </p:sp>
    </p:spTree>
    <p:extLst>
      <p:ext uri="{BB962C8B-B14F-4D97-AF65-F5344CB8AC3E}">
        <p14:creationId xmlns:p14="http://schemas.microsoft.com/office/powerpoint/2010/main" val="1520873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EEAC2-CB4C-4CA6-B130-AED1077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C137E-578D-4E9F-A3CC-C1142F0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Arquitectura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F2B7E-4758-4698-9778-69673C20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Capas separadas para interfaz, API, seguridad, datos, integraciones y reportes.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CB352-AD7C-422F-8184-5B0D583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26DF-8DD9-4B99-BEFC-8BE9893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524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8AE4"/>
          </a:solidFill>
          <a:ln xmlns:a="http://schemas.openxmlformats.org/drawingml/2006/main" w="0">
            <a:solidFill>
              <a:srgbClr val="6C8A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E47C6-54BC-404F-883F-9B1B9C51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24B65-D9B6-4F2C-A040-2F03EB4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HTML, CSS y JavaScript modular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8FAD9-D1B6-4C63-BD17-9FD7E314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524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08D51-DD77-4CFA-A034-D4302BB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05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CCF47-8FB1-4A44-8C93-6154E3D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Node.js y Express bajo /api/v1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813B3-E2FB-4FB8-9F75-23FDD2E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524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D72"/>
          </a:solidFill>
          <a:ln xmlns:a="http://schemas.openxmlformats.org/drawingml/2006/main" w="0">
            <a:solidFill>
              <a:srgbClr val="F27D7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3384F-64EE-4FE3-882E-73A6AE3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7B9BE-9F5A-47CC-9CEA-BF7A9E4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766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sesiones, roles, CSRF, recuperacion y 2FA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B2105-7B8D-465F-85EC-5BFFF0BF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1524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AE6"/>
          </a:solidFill>
          <a:ln xmlns:a="http://schemas.openxmlformats.org/drawingml/2006/main" w="0">
            <a:solidFill>
              <a:srgbClr val="8C7A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7D795-FB0C-462A-8B65-3F49F4B9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7D785-615A-4639-822F-6C85F721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196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SQLite activo y PostgreSQL preparado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DB790-4C00-4D8F-A69D-A16246D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524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54A"/>
          </a:solidFill>
          <a:ln xmlns:a="http://schemas.openxmlformats.org/drawingml/2006/main" w="0">
            <a:solidFill>
              <a:srgbClr val="E0A5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3EEDE-B64C-4202-BB8C-7396DDFF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339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Procesamiento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B4849-0737-4117-A4E9-279CD49B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625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analitica, sincronizacion y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5958E-B3F1-4975-8101-E9B6863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Flujo de datos: usuario, OAuth, proveedor oficial, normalizacion, historicos, API analitica y vistas.</a:t>
            </a:r>
          </a:p>
        </p:txBody>
      </p:sp>
    </p:spTree>
    <p:extLst>
      <p:ext uri="{BB962C8B-B14F-4D97-AF65-F5344CB8AC3E}">
        <p14:creationId xmlns:p14="http://schemas.microsoft.com/office/powerpoint/2010/main" val="46263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34205-3D5B-413D-BE51-17E77DC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EEBDE-A390-418E-8BF8-88E7049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Seguridad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31357-9826-46CC-B6BE-26A1735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La instalacion local protege cuentas, sesiones y separa la informacion por organizacion.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26AD5-A914-4557-9695-FD02974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998e50c824025"/>
          <a:srcRect xmlns:a="http://schemas.openxmlformats.org/drawingml/2006/main" l="7428" t="0" r="74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133600"/>
            <a:ext cx="4476750" cy="3286125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9302A-3800-4C08-A6F8-11052657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00BC0-A185-46AA-950E-BBAA6994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Roles de administrador, analista y 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A9A2D-45B7-4BB2-B200-0AEC0EA2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A6371-7549-4B24-8C4C-14A8507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Sesiones con cookies y proteccion CSRF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070A-9B65-4F41-87E7-C8FBCF5F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22972-8F3E-4029-8625-E38F2B5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Verificacion de correo, recuperacion de contrasena y 2FA TOTP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9FFA3-D0D4-4BDE-86E7-EC8B4DD0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4946-039C-4AF7-A55E-1380C7B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Aislamiento de cuentas, reportes e historicos por empresa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8151B-E0BC-4084-80E8-C213FAD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F278-D003-413E-9774-23476543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Tokens y credenciales cifrados antes de persistirse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286A7-3381-4A54-AE7E-AD25EC1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83"/>
          </a:solidFill>
          <a:ln xmlns:a="http://schemas.openxmlformats.org/drawingml/2006/main" w="0">
            <a:solidFill>
              <a:srgbClr val="1F8A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CF20D-172C-4A3A-BF22-819AB8F7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Copias locales cifradas y restauracion a una ruta nueva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9F3D0-AE50-4AD9-9A6C-BB964E44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Las credenciales reales no se incluyen en el repositorio ni en la demostracion publica.</a:t>
            </a:r>
          </a:p>
        </p:txBody>
      </p:sp>
    </p:spTree>
    <p:extLst>
      <p:ext uri="{BB962C8B-B14F-4D97-AF65-F5344CB8AC3E}">
        <p14:creationId xmlns:p14="http://schemas.microsoft.com/office/powerpoint/2010/main" val="343188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3F1B1-3358-48E2-B980-F341989B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779B4-1BA6-475A-BB20-8DD290A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Integraciones sociales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B678-1114-4FC4-AEB2-D59798D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9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9E2"/>
                </a:solidFill>
                <a:latin typeface="Arial"/>
                <a:ea typeface="Arial"/>
                <a:cs typeface="Arial"/>
              </a:rPr>
              <a:t>El producto prepara un flujo uniforme de autorizacion, normalizacion y analisis.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6B83B-E538-40D5-9EF9-D6DA1DB8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F"/>
          </a:solidFill>
          <a:ln xmlns:a="http://schemas.openxmlformats.org/drawingml/2006/main" w="0">
            <a:solidFill>
              <a:srgbClr val="5261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08358-4F57-4C75-906C-2FE2C8E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6D5C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6D5C7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3051C-2D3C-4A2A-A674-A677D0A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80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E1F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1F5"/>
                </a:solidFill>
                <a:latin typeface="Arial"/>
                <a:ea typeface="Arial"/>
                <a:cs typeface="Arial"/>
              </a:rPr>
              <a:t>Conector OAuth mas maduro. Requiere credenciales propias de Google para activarse.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0047A-8D86-4888-8EBF-E9F53D7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177"/>
          </a:solidFill>
          <a:ln xmlns:a="http://schemas.openxmlformats.org/drawingml/2006/main" w="0">
            <a:solidFill>
              <a:srgbClr val="4251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908C2-9E22-439F-91BF-5EDA5641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Facebook, Instagram, TikTok, LinkedIn y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4D812-C4CB-4655-8940-2989097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581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1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1F5"/>
                </a:solidFill>
                <a:latin typeface="Arial"/>
                <a:ea typeface="Arial"/>
                <a:cs typeface="Arial"/>
              </a:rPr>
              <a:t>Los adaptadores estan implementados y probados con respuestas simuladas. Aun requieren registro de aplicacion, credenciales, permisos aprobados y validacion con cuentas reales.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5DB16-5C60-41CC-9339-634B2F1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7D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7D72"/>
                </a:solidFill>
                <a:latin typeface="Arial"/>
                <a:ea typeface="Arial"/>
                <a:cs typeface="Arial"/>
              </a:rPr>
              <a:t>X permanece desactivado hasta aprobar sus costes.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8E2C-D215-427A-A0E3-FE74CFA7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8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8D6"/>
                </a:solidFill>
                <a:latin typeface="Arial"/>
                <a:ea typeface="Arial"/>
                <a:cs typeface="Arial"/>
              </a:rPr>
              <a:t>No se presenta ninguna integracion pendiente como activa o probada con datos reales.</a:t>
            </a:r>
          </a:p>
        </p:txBody>
      </p:sp>
    </p:spTree>
    <p:extLst>
      <p:ext uri="{BB962C8B-B14F-4D97-AF65-F5344CB8AC3E}">
        <p14:creationId xmlns:p14="http://schemas.microsoft.com/office/powerpoint/2010/main" val="2017585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0D681-166C-42FB-BB56-5EF9936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8A93-54C2-433A-BD04-B70E8B0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Calidad, version local y demostracion publica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F6DB7-DB68-413C-B387-1165A10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La calidad se verifica antes de publicar la interfaz estatica.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8A33E-D071-4671-8B0D-93F93565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7ED6F-C8B6-4B4C-B2F3-A9DD6A8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48A17-9843-4185-A97F-37DFD07C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pruebas automatizadas registradas en v0.5.8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04DF8-FCD8-4771-8CE9-0C2F89B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6C8AE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C8AE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79A59-8C20-4157-9DB1-B7CCCDC4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solicitudes en una prueba local desechable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B74F0-6808-435A-AA72-29CD2B4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3619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4A8D7-56BE-40A8-A4FB-A97E60B3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9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E7D47-9269-4BCC-8325-F97C786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Backend, SQLite, autenticacion, permisos y PDF en http://127.0.0.1:4173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158A0-3D3A-4941-A45E-AD9E93E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3619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752B3-03E4-40EA-8042-38E99C1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Publica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5D55D-0211-4872-AF64-50B259BD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8632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Demo estatica en GitHub Pages. No contiene usuarios, sesiones ni datos privados.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F2D3D-5644-49F4-94B4-5F8A81A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GitHub Actions ejecuta pruebas y construccion antes de publicar la demostracion.</a:t>
            </a:r>
          </a:p>
        </p:txBody>
      </p:sp>
    </p:spTree>
    <p:extLst>
      <p:ext uri="{BB962C8B-B14F-4D97-AF65-F5344CB8AC3E}">
        <p14:creationId xmlns:p14="http://schemas.microsoft.com/office/powerpoint/2010/main" val="423483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7B7BD-F168-44D1-A62A-90B8F64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2F3AB-FD8F-492B-8208-5522A616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039"/>
                </a:solidFill>
                <a:latin typeface="Arial"/>
                <a:ea typeface="Arial"/>
                <a:cs typeface="Arial"/>
              </a:rPr>
              <a:t>Estado actual y siguientes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63D23-52E5-4842-AA39-AF94D2D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MVP avanzado local con una demo publica para presentacion.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30E7-2938-474C-9413-7EB301F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24A55-6B66-410F-885E-09A2E15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8A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8A83"/>
                </a:solidFill>
                <a:latin typeface="Arial"/>
                <a:ea typeface="Arial"/>
                <a:cs typeface="Arial"/>
              </a:rPr>
              <a:t>Ya disponible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2F66-9703-45EE-BFA7-5176B64F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• Analitica, auditoria y reportes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E5302-5322-420C-8592-D288E0C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• Usuarios, roles y organizaciones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09DE3-6B3A-46EF-BABE-372E689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• Seguridad de cuentas y copias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CF9D5-4B95-4BC8-95D3-EAB9E08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03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9"/>
                </a:solidFill>
                <a:latin typeface="Arial"/>
                <a:ea typeface="Arial"/>
                <a:cs typeface="Arial"/>
              </a:rPr>
              <a:t>• Conectores y sincronizacion preparados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73A33-EC22-4E4C-99D8-A6BFCEB3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C"/>
          </a:solidFill>
          <a:ln xmlns:a="http://schemas.openxmlformats.org/drawingml/2006/main" w="0">
            <a:solidFill>
              <a:srgbClr val="DD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A9C75-304D-4533-8988-51C6D13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7D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7D72"/>
                </a:solidFill>
                <a:latin typeface="Arial"/>
                <a:ea typeface="Arial"/>
                <a:cs typeface="Arial"/>
              </a:rPr>
              <a:t>Pendiente para produccion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B5BEA-324B-44C1-8EFA-71FECCB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• Credenciales y aprobaciones oficiales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A363B-8C0A-4846-ADAD-1BF18D6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527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• Pruebas con cuentas reales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47EB8-436A-4E2D-981A-47E18B72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• Correo empresarial y despliegue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836A7-1D77-404D-B942-969624D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• Migracion completa a 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D234B-B96C-488C-8351-94C50C59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• Cola, alertas y alta disponibilidad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3689D-44D3-4F2A-89A9-570A979F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Repositorio: github.com/TheKnight2122/social-audit-pro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7D01D-EAA3-4E86-BD03-B183573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982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7D"/>
                </a:solidFill>
                <a:latin typeface="Arial"/>
                <a:ea typeface="Arial"/>
                <a:cs typeface="Arial"/>
              </a:rPr>
              <a:t>Demo: theknight2122.github.io/social-audit-pro</a:t>
            </a:r>
          </a:p>
        </p:txBody>
      </p:sp>
    </p:spTree>
    <p:extLst>
      <p:ext uri="{BB962C8B-B14F-4D97-AF65-F5344CB8AC3E}">
        <p14:creationId xmlns:p14="http://schemas.microsoft.com/office/powerpoint/2010/main" val="1696658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2026-10-06T15:29:18.3020000Z</dcterms:created>
  <dcterms:modified xsi:type="dcterms:W3CDTF">2026-10-06T15:29:18.3020000Z</dcterms:modified>
</coreProperties>
</file>